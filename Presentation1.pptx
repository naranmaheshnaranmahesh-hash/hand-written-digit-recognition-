
<file path=[Content_Types].xml><?xml version="1.0" encoding="utf-8"?>
<Types xmlns="http://schemas.openxmlformats.org/package/2006/content-types">
  <Default Extension="png" ContentType="image/png"/>
  <Default Extension="jpeg" ContentType="image/jpeg"/>
  <Default Extension="webp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  <p:sldId id="272" r:id="rId3"/>
    <p:sldId id="258" r:id="rId4"/>
    <p:sldId id="263" r:id="rId5"/>
    <p:sldId id="267" r:id="rId6"/>
    <p:sldId id="266" r:id="rId7"/>
    <p:sldId id="265" r:id="rId8"/>
    <p:sldId id="264" r:id="rId9"/>
    <p:sldId id="271" r:id="rId10"/>
    <p:sldId id="262" r:id="rId11"/>
    <p:sldId id="261" r:id="rId12"/>
    <p:sldId id="270" r:id="rId13"/>
    <p:sldId id="269" r:id="rId14"/>
    <p:sldId id="268" r:id="rId15"/>
    <p:sldId id="260" r:id="rId16"/>
    <p:sldId id="259" r:id="rId17"/>
    <p:sldId id="27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96" autoAdjust="0"/>
    <p:restoredTop sz="94660"/>
  </p:normalViewPr>
  <p:slideViewPr>
    <p:cSldViewPr snapToGrid="0" showGuides="1">
      <p:cViewPr varScale="1">
        <p:scale>
          <a:sx n="102" d="100"/>
          <a:sy n="102" d="100"/>
        </p:scale>
        <p:origin x="114" y="3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4/8/2026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4/8/2026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4/8/2026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jp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eb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jpeg"/><Relationship Id="rId3" Type="http://schemas.openxmlformats.org/officeDocument/2006/relationships/image" Target="../media/image17.jpeg"/><Relationship Id="rId7" Type="http://schemas.openxmlformats.org/officeDocument/2006/relationships/image" Target="../media/image21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jpeg"/><Relationship Id="rId5" Type="http://schemas.openxmlformats.org/officeDocument/2006/relationships/image" Target="../media/image19.jpeg"/><Relationship Id="rId10" Type="http://schemas.openxmlformats.org/officeDocument/2006/relationships/image" Target="../media/image24.jpeg"/><Relationship Id="rId4" Type="http://schemas.openxmlformats.org/officeDocument/2006/relationships/image" Target="../media/image18.jpeg"/><Relationship Id="rId9" Type="http://schemas.openxmlformats.org/officeDocument/2006/relationships/image" Target="../media/image23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-317240" y="783773"/>
            <a:ext cx="1179035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>
                <a:latin typeface="Algerian" panose="04020705040A02060702" pitchFamily="82" charset="0"/>
              </a:rPr>
              <a:t>HAND WRITTEN DIGIT RECOGNITION </a:t>
            </a:r>
          </a:p>
          <a:p>
            <a:pPr algn="ctr"/>
            <a:r>
              <a:rPr lang="en-US" sz="4800" dirty="0" smtClean="0">
                <a:latin typeface="Algerian" panose="04020705040A02060702" pitchFamily="82" charset="0"/>
              </a:rPr>
              <a:t>USING DEEP LEARNING </a:t>
            </a:r>
            <a:endParaRPr lang="en-IN" sz="4800" dirty="0">
              <a:latin typeface="Algerian" panose="04020705040A02060702" pitchFamily="82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477519" y="6344815"/>
            <a:ext cx="226498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 smtClean="0">
                <a:latin typeface="Arial" panose="020B0604020202020204" pitchFamily="34" charset="0"/>
                <a:cs typeface="Arial" panose="020B0604020202020204" pitchFamily="34" charset="0"/>
              </a:rPr>
              <a:t>NAME: </a:t>
            </a:r>
            <a:r>
              <a:rPr 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N.Mahesh</a:t>
            </a:r>
          </a:p>
          <a:p>
            <a:r>
              <a:rPr lang="en-US" sz="11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COURSE: </a:t>
            </a:r>
            <a:r>
              <a:rPr 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Data science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333"/>
          <a:stretch/>
        </p:blipFill>
        <p:spPr>
          <a:xfrm>
            <a:off x="5344670" y="3563458"/>
            <a:ext cx="3560290" cy="3294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3742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9918" y="158620"/>
            <a:ext cx="359265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u="sng" dirty="0" smtClean="0">
                <a:latin typeface="Algerian" panose="04020705040A02060702" pitchFamily="82" charset="0"/>
              </a:rPr>
              <a:t>INTRODUCTION</a:t>
            </a:r>
            <a:endParaRPr lang="en-IN" sz="4000" u="sng" dirty="0">
              <a:latin typeface="Algerian" panose="04020705040A02060702" pitchFamily="8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75860" y="903828"/>
            <a:ext cx="3378104" cy="67710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+mj-lt"/>
              </a:rPr>
              <a:t>Project Objective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 smtClean="0">
              <a:latin typeface="+mj-lt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+mj-lt"/>
              </a:rPr>
              <a:t>Problem Statement</a:t>
            </a:r>
          </a:p>
          <a:p>
            <a:r>
              <a:rPr lang="en-US" sz="2000" dirty="0" smtClean="0">
                <a:latin typeface="+mj-lt"/>
              </a:rPr>
              <a:t>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+mj-lt"/>
              </a:rPr>
              <a:t>Proposed Solution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 smtClean="0">
              <a:latin typeface="+mj-lt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+mj-lt"/>
              </a:rPr>
              <a:t>Technologies Used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 smtClean="0">
              <a:latin typeface="+mj-lt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+mj-lt"/>
              </a:rPr>
              <a:t>System Architecture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 smtClean="0">
              <a:latin typeface="+mj-lt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+mj-lt"/>
              </a:rPr>
              <a:t>Model Workflow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 smtClean="0">
              <a:latin typeface="+mj-lt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+mj-lt"/>
              </a:rPr>
              <a:t>Dataset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 smtClean="0">
              <a:latin typeface="+mj-lt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+mj-lt"/>
              </a:rPr>
              <a:t>Model Architecture(CNN)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latin typeface="+mj-lt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+mj-lt"/>
              </a:rPr>
              <a:t>Implementation </a:t>
            </a:r>
            <a:r>
              <a:rPr lang="en-IN" sz="2000" dirty="0" smtClean="0">
                <a:latin typeface="+mj-lt"/>
              </a:rPr>
              <a:t>Tools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latin typeface="+mj-lt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+mj-lt"/>
              </a:rPr>
              <a:t>Results</a:t>
            </a:r>
            <a:endParaRPr lang="en-US" sz="2000" dirty="0" smtClean="0">
              <a:latin typeface="+mj-lt"/>
            </a:endParaRPr>
          </a:p>
          <a:p>
            <a:endParaRPr lang="en-US" dirty="0" smtClean="0"/>
          </a:p>
          <a:p>
            <a:endParaRPr lang="en-US" dirty="0" smtClean="0"/>
          </a:p>
          <a:p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7016620" y="866506"/>
            <a:ext cx="2031325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 smtClean="0"/>
              <a:t>Advantages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 smtClean="0"/>
              <a:t>Limitations</a:t>
            </a:r>
            <a:endParaRPr lang="en-IN" sz="2000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/>
              <a:t>Future </a:t>
            </a:r>
            <a:r>
              <a:rPr lang="en-IN" sz="2000" dirty="0" smtClean="0"/>
              <a:t>Scope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0273679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9289" y="93307"/>
            <a:ext cx="50610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u="sng" dirty="0" smtClean="0">
                <a:latin typeface="Algerian" panose="04020705040A02060702" pitchFamily="82" charset="0"/>
              </a:rPr>
              <a:t>PROJECT OBJECTIVE</a:t>
            </a:r>
            <a:endParaRPr lang="en-IN" sz="4000" u="sng" dirty="0">
              <a:latin typeface="Algerian" panose="04020705040A02060702" pitchFamily="82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49289" y="1154478"/>
            <a:ext cx="834401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build a machine learning system that can recognize handwritten digits (0–9)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develop a simple web interface for real-time prediction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improve automation in digit classification tasks.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2636" y="2708092"/>
            <a:ext cx="2658058" cy="265805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838273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4605" y="74644"/>
            <a:ext cx="545213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u="sng" dirty="0" smtClean="0">
                <a:latin typeface="Algerian" panose="04020705040A02060702" pitchFamily="82" charset="0"/>
              </a:rPr>
              <a:t>PROBLEM STATEMENT</a:t>
            </a:r>
            <a:endParaRPr lang="en-IN" sz="4000" u="sng" dirty="0">
              <a:latin typeface="Algerian" panose="04020705040A02060702" pitchFamily="82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214605" y="988472"/>
            <a:ext cx="702307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Manual digit recognition is time-consuming and error-prone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Need for an automated system for fast and accurate classification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Application in postal services, banking, and form processing.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9608" y="3429001"/>
            <a:ext cx="4686905" cy="244928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426896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7951" y="65314"/>
            <a:ext cx="507863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u="sng" dirty="0" smtClean="0">
                <a:latin typeface="Algerian" panose="04020705040A02060702" pitchFamily="82" charset="0"/>
              </a:rPr>
              <a:t>PROPOSED SOLUTION</a:t>
            </a:r>
            <a:endParaRPr lang="en-IN" sz="4000" u="sng" dirty="0">
              <a:latin typeface="Algerian" panose="04020705040A02060702" pitchFamily="82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67951" y="936954"/>
            <a:ext cx="6151043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 a deep learning model using MNIST dataset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Convolutional Neural Network (CNN)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Deploy model using Streamlit web application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Allow users to upload images and get instant predictions.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1153" y="2804622"/>
            <a:ext cx="3530864" cy="353086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928110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8621" y="0"/>
            <a:ext cx="511390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u="sng" dirty="0" smtClean="0">
                <a:latin typeface="Algerian" panose="04020705040A02060702" pitchFamily="82" charset="0"/>
              </a:rPr>
              <a:t>TECHNOLOGIES USED</a:t>
            </a:r>
            <a:endParaRPr lang="en-IN" sz="4000" u="sng" dirty="0">
              <a:latin typeface="Algerian" panose="04020705040A02060702" pitchFamily="82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58621" y="894499"/>
            <a:ext cx="3191069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TensorFlow / Keras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NumPy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Pillow (PIL)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Streamlit. 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7329" y="2427551"/>
            <a:ext cx="3472463" cy="231266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8478" y="2549464"/>
            <a:ext cx="3286476" cy="206883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3815" y="923054"/>
            <a:ext cx="3579493" cy="149687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317" y="4869743"/>
            <a:ext cx="3028950" cy="151447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8478" y="951611"/>
            <a:ext cx="3279253" cy="1468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696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7951" y="0"/>
            <a:ext cx="585929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u="sng" dirty="0">
                <a:latin typeface="Algerian" panose="04020705040A02060702" pitchFamily="82" charset="0"/>
              </a:rPr>
              <a:t>System </a:t>
            </a:r>
            <a:r>
              <a:rPr lang="en-US" sz="4000" u="sng" dirty="0" smtClean="0">
                <a:latin typeface="Algerian" panose="04020705040A02060702" pitchFamily="82" charset="0"/>
              </a:rPr>
              <a:t>Architecture</a:t>
            </a:r>
            <a:endParaRPr lang="en-US" sz="4000" u="sng" dirty="0">
              <a:latin typeface="Algerian" panose="04020705040A02060702" pitchFamily="82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67951" y="849001"/>
            <a:ext cx="5304657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uploads image via Streamlit UI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Image is preprocessed (grayscale, resize 28x28)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processes image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CNN predicts digit (0–9)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 displayed on web interface.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0579" y="2261000"/>
            <a:ext cx="5423258" cy="2898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768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4605748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u="sng" dirty="0">
                <a:latin typeface="Algerian" panose="04020705040A02060702" pitchFamily="82" charset="0"/>
              </a:rPr>
              <a:t>Model Workflow</a:t>
            </a:r>
          </a:p>
          <a:p>
            <a:endParaRPr lang="en-IN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39959" y="764052"/>
            <a:ext cx="263726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Input Image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Preprocessing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Grayscale conversion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Resize to 28x28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Normalize pixel values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CNN Model Prediction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 Digit Display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4318" y="764052"/>
            <a:ext cx="3998419" cy="155927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1653" y="2511999"/>
            <a:ext cx="3664497" cy="354356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468421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3976" y="0"/>
            <a:ext cx="2467342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u="sng" dirty="0">
                <a:latin typeface="Algerian" panose="04020705040A02060702" pitchFamily="82" charset="0"/>
              </a:rPr>
              <a:t>Dataset</a:t>
            </a:r>
          </a:p>
          <a:p>
            <a:endParaRPr lang="en-IN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873100"/>
            <a:ext cx="3958135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MNIST Dataset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70,000 images of handwritten digits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60,000 training images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10,000 testing images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Image size: 28x28 grayscale. </a:t>
            </a:r>
          </a:p>
        </p:txBody>
      </p:sp>
    </p:spTree>
    <p:extLst>
      <p:ext uri="{BB962C8B-B14F-4D97-AF65-F5344CB8AC3E}">
        <p14:creationId xmlns:p14="http://schemas.microsoft.com/office/powerpoint/2010/main" val="16948991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3977" y="0"/>
            <a:ext cx="7193901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u="sng" dirty="0">
                <a:latin typeface="Algerian" panose="04020705040A02060702" pitchFamily="82" charset="0"/>
              </a:rPr>
              <a:t>Model Architecture(CNN)</a:t>
            </a:r>
          </a:p>
          <a:p>
            <a:endParaRPr lang="en-IN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63977" y="708554"/>
            <a:ext cx="3483646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Input Layer (28x28x1)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Convolution Layers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Max Pooling Layers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Flatten Layer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Dense Fully Connected Layers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 Layer (10 classes: 0–9)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666" y="3242388"/>
            <a:ext cx="5714482" cy="3214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9774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9290" y="0"/>
            <a:ext cx="6019597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u="sng" dirty="0">
                <a:latin typeface="Algerian" panose="04020705040A02060702" pitchFamily="82" charset="0"/>
              </a:rPr>
              <a:t>Implementation Tools</a:t>
            </a:r>
          </a:p>
          <a:p>
            <a:endParaRPr lang="en-IN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49290" y="847540"/>
            <a:ext cx="526625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Streamlit → UI development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TensorFlow/Keras → Model training &amp; prediction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 → Backend logic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PIL → Image processing. </a:t>
            </a:r>
          </a:p>
        </p:txBody>
      </p:sp>
    </p:spTree>
    <p:extLst>
      <p:ext uri="{BB962C8B-B14F-4D97-AF65-F5344CB8AC3E}">
        <p14:creationId xmlns:p14="http://schemas.microsoft.com/office/powerpoint/2010/main" val="24783226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5274" y="0"/>
            <a:ext cx="2287806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u="sng" dirty="0">
                <a:latin typeface="Algerian" panose="04020705040A02060702" pitchFamily="82" charset="0"/>
              </a:rPr>
              <a:t>Results</a:t>
            </a:r>
            <a:endParaRPr lang="en-US" sz="4000" u="sng" dirty="0">
              <a:latin typeface="Algerian" panose="04020705040A02060702" pitchFamily="82" charset="0"/>
            </a:endParaRPr>
          </a:p>
          <a:p>
            <a:endParaRPr lang="en-IN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205274" y="898171"/>
            <a:ext cx="787587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predicts digits with high accuracy (~95–99% depending on training)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prediction via web interface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 and user-friendly system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16" t="13934" r="27448" b="7650"/>
          <a:stretch/>
        </p:blipFill>
        <p:spPr>
          <a:xfrm>
            <a:off x="5868955" y="2855166"/>
            <a:ext cx="2873829" cy="298802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58" t="20185" r="28046" b="11095"/>
          <a:stretch/>
        </p:blipFill>
        <p:spPr>
          <a:xfrm>
            <a:off x="1011844" y="2855166"/>
            <a:ext cx="3151287" cy="292981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246469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637" y="0"/>
            <a:ext cx="3533340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u="sng" dirty="0">
                <a:latin typeface="Algerian" panose="04020705040A02060702" pitchFamily="82" charset="0"/>
              </a:rPr>
              <a:t>Advantages</a:t>
            </a:r>
          </a:p>
          <a:p>
            <a:endParaRPr lang="en-IN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02637" y="845594"/>
            <a:ext cx="4766048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Automated digit recognition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Easy to use interface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 prediction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 be extended to real-world applications. </a:t>
            </a:r>
          </a:p>
        </p:txBody>
      </p:sp>
    </p:spTree>
    <p:extLst>
      <p:ext uri="{BB962C8B-B14F-4D97-AF65-F5344CB8AC3E}">
        <p14:creationId xmlns:p14="http://schemas.microsoft.com/office/powerpoint/2010/main" val="15188859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8620" y="0"/>
            <a:ext cx="3206327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u="sng" dirty="0">
                <a:latin typeface="Algerian" panose="04020705040A02060702" pitchFamily="82" charset="0"/>
              </a:rPr>
              <a:t>Limitations</a:t>
            </a:r>
            <a:endParaRPr lang="en-IN" sz="4000" u="sng" dirty="0">
              <a:latin typeface="Algerian" panose="04020705040A02060702" pitchFamily="82" charset="0"/>
            </a:endParaRPr>
          </a:p>
          <a:p>
            <a:endParaRPr lang="en-IN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58620" y="1003547"/>
            <a:ext cx="433868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Accuracy depends on image quality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Works best on clean handwritten digits.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Limited to digits (0–9 only) 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5960" y="185589"/>
            <a:ext cx="1208553" cy="120855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4974" y="185589"/>
            <a:ext cx="1208553" cy="120855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5960" y="1458896"/>
            <a:ext cx="1278293" cy="127829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9434" y="1438889"/>
            <a:ext cx="1259632" cy="125963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3066" y="2789853"/>
            <a:ext cx="1278293" cy="127829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4974" y="2750625"/>
            <a:ext cx="1259872" cy="125987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0387" y="4120810"/>
            <a:ext cx="1268963" cy="126896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4974" y="4101636"/>
            <a:ext cx="1307310" cy="130731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8379" y="5523722"/>
            <a:ext cx="1212980" cy="1212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897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637" y="0"/>
            <a:ext cx="3684022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u="sng" dirty="0">
                <a:latin typeface="Algerian" panose="04020705040A02060702" pitchFamily="82" charset="0"/>
              </a:rPr>
              <a:t>Future Scope</a:t>
            </a:r>
          </a:p>
          <a:p>
            <a:endParaRPr lang="en-IN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02637" y="1116182"/>
            <a:ext cx="5202065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Extend to handwritten letters (A–Z)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Mobile application integration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 accuracy using advanced CNN models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Deploy on cloud (AWS / Azure) </a:t>
            </a:r>
          </a:p>
        </p:txBody>
      </p:sp>
    </p:spTree>
    <p:extLst>
      <p:ext uri="{BB962C8B-B14F-4D97-AF65-F5344CB8AC3E}">
        <p14:creationId xmlns:p14="http://schemas.microsoft.com/office/powerpoint/2010/main" val="36734828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0630" y="0"/>
            <a:ext cx="3640842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u="sng" dirty="0">
                <a:latin typeface="Algerian" panose="04020705040A02060702" pitchFamily="82" charset="0"/>
              </a:rPr>
              <a:t>Conclusion</a:t>
            </a:r>
          </a:p>
          <a:p>
            <a:endParaRPr lang="en-IN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30630" y="800887"/>
            <a:ext cx="684354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Successfully built a digit recognition system using deep learning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Integrated machine learning model with Streamlit UI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Achieved real-time prediction capability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foundation for advanced OCR systems.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4536" y="2897156"/>
            <a:ext cx="4357397" cy="2451036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4598316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16629" y="2118049"/>
            <a:ext cx="6237605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800" dirty="0" smtClean="0">
                <a:latin typeface="Algerian" panose="04020705040A02060702" pitchFamily="82" charset="0"/>
              </a:rPr>
              <a:t>THANK YOU</a:t>
            </a:r>
            <a:endParaRPr lang="en-IN" sz="8800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492464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139</TotalTime>
  <Words>384</Words>
  <Application>Microsoft Office PowerPoint</Application>
  <PresentationFormat>Widescreen</PresentationFormat>
  <Paragraphs>121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Algerian</vt:lpstr>
      <vt:lpstr>Arial</vt:lpstr>
      <vt:lpstr>Trebuchet MS</vt:lpstr>
      <vt:lpstr>Wingdings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</dc:creator>
  <cp:lastModifiedBy>pc</cp:lastModifiedBy>
  <cp:revision>15</cp:revision>
  <dcterms:created xsi:type="dcterms:W3CDTF">2026-04-08T05:17:19Z</dcterms:created>
  <dcterms:modified xsi:type="dcterms:W3CDTF">2026-04-08T07:46:03Z</dcterms:modified>
</cp:coreProperties>
</file>